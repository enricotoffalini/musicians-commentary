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239625" cy="12239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1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7972" y="2003106"/>
            <a:ext cx="10403681" cy="4261203"/>
          </a:xfrm>
        </p:spPr>
        <p:txBody>
          <a:bodyPr anchor="b"/>
          <a:lstStyle>
            <a:lvl1pPr algn="ctr">
              <a:defRPr sz="803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9953" y="6428637"/>
            <a:ext cx="9179719" cy="2955075"/>
          </a:xfrm>
        </p:spPr>
        <p:txBody>
          <a:bodyPr/>
          <a:lstStyle>
            <a:lvl1pPr marL="0" indent="0" algn="ctr">
              <a:buNone/>
              <a:defRPr sz="3212"/>
            </a:lvl1pPr>
            <a:lvl2pPr marL="611962" indent="0" algn="ctr">
              <a:buNone/>
              <a:defRPr sz="2677"/>
            </a:lvl2pPr>
            <a:lvl3pPr marL="1223924" indent="0" algn="ctr">
              <a:buNone/>
              <a:defRPr sz="2409"/>
            </a:lvl3pPr>
            <a:lvl4pPr marL="1835887" indent="0" algn="ctr">
              <a:buNone/>
              <a:defRPr sz="2142"/>
            </a:lvl4pPr>
            <a:lvl5pPr marL="2447849" indent="0" algn="ctr">
              <a:buNone/>
              <a:defRPr sz="2142"/>
            </a:lvl5pPr>
            <a:lvl6pPr marL="3059811" indent="0" algn="ctr">
              <a:buNone/>
              <a:defRPr sz="2142"/>
            </a:lvl6pPr>
            <a:lvl7pPr marL="3671773" indent="0" algn="ctr">
              <a:buNone/>
              <a:defRPr sz="2142"/>
            </a:lvl7pPr>
            <a:lvl8pPr marL="4283735" indent="0" algn="ctr">
              <a:buNone/>
              <a:defRPr sz="2142"/>
            </a:lvl8pPr>
            <a:lvl9pPr marL="4895698" indent="0" algn="ctr">
              <a:buNone/>
              <a:defRPr sz="214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879AB-E60A-4261-98DA-0C718B428030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F68F-81D5-4601-BA58-B3A592B5A6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5784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879AB-E60A-4261-98DA-0C718B428030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F68F-81D5-4601-BA58-B3A592B5A6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013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100" y="3051410"/>
            <a:ext cx="10556677" cy="5091343"/>
          </a:xfrm>
        </p:spPr>
        <p:txBody>
          <a:bodyPr anchor="b"/>
          <a:lstStyle>
            <a:lvl1pPr>
              <a:defRPr sz="803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100" y="8190919"/>
            <a:ext cx="10556677" cy="2677417"/>
          </a:xfrm>
        </p:spPr>
        <p:txBody>
          <a:bodyPr/>
          <a:lstStyle>
            <a:lvl1pPr marL="0" indent="0">
              <a:buNone/>
              <a:defRPr sz="3212">
                <a:solidFill>
                  <a:schemeClr val="tx1">
                    <a:tint val="82000"/>
                  </a:schemeClr>
                </a:solidFill>
              </a:defRPr>
            </a:lvl1pPr>
            <a:lvl2pPr marL="611962" indent="0">
              <a:buNone/>
              <a:defRPr sz="2677">
                <a:solidFill>
                  <a:schemeClr val="tx1">
                    <a:tint val="82000"/>
                  </a:schemeClr>
                </a:solidFill>
              </a:defRPr>
            </a:lvl2pPr>
            <a:lvl3pPr marL="1223924" indent="0">
              <a:buNone/>
              <a:defRPr sz="2409">
                <a:solidFill>
                  <a:schemeClr val="tx1">
                    <a:tint val="82000"/>
                  </a:schemeClr>
                </a:solidFill>
              </a:defRPr>
            </a:lvl3pPr>
            <a:lvl4pPr marL="1835887" indent="0">
              <a:buNone/>
              <a:defRPr sz="2142">
                <a:solidFill>
                  <a:schemeClr val="tx1">
                    <a:tint val="82000"/>
                  </a:schemeClr>
                </a:solidFill>
              </a:defRPr>
            </a:lvl4pPr>
            <a:lvl5pPr marL="2447849" indent="0">
              <a:buNone/>
              <a:defRPr sz="2142">
                <a:solidFill>
                  <a:schemeClr val="tx1">
                    <a:tint val="82000"/>
                  </a:schemeClr>
                </a:solidFill>
              </a:defRPr>
            </a:lvl5pPr>
            <a:lvl6pPr marL="3059811" indent="0">
              <a:buNone/>
              <a:defRPr sz="2142">
                <a:solidFill>
                  <a:schemeClr val="tx1">
                    <a:tint val="82000"/>
                  </a:schemeClr>
                </a:solidFill>
              </a:defRPr>
            </a:lvl6pPr>
            <a:lvl7pPr marL="3671773" indent="0">
              <a:buNone/>
              <a:defRPr sz="2142">
                <a:solidFill>
                  <a:schemeClr val="tx1">
                    <a:tint val="82000"/>
                  </a:schemeClr>
                </a:solidFill>
              </a:defRPr>
            </a:lvl7pPr>
            <a:lvl8pPr marL="4283735" indent="0">
              <a:buNone/>
              <a:defRPr sz="2142">
                <a:solidFill>
                  <a:schemeClr val="tx1">
                    <a:tint val="82000"/>
                  </a:schemeClr>
                </a:solidFill>
              </a:defRPr>
            </a:lvl8pPr>
            <a:lvl9pPr marL="4895698" indent="0">
              <a:buNone/>
              <a:defRPr sz="21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879AB-E60A-4261-98DA-0C718B428030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F68F-81D5-4601-BA58-B3A592B5A6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0720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1474" y="3258233"/>
            <a:ext cx="5201841" cy="776593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310" y="3258233"/>
            <a:ext cx="5201841" cy="776593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879AB-E60A-4261-98DA-0C718B428030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F68F-81D5-4601-BA58-B3A592B5A6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018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651649"/>
            <a:ext cx="10556677" cy="236576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3070" y="3000409"/>
            <a:ext cx="5177934" cy="1470454"/>
          </a:xfrm>
        </p:spPr>
        <p:txBody>
          <a:bodyPr anchor="b"/>
          <a:lstStyle>
            <a:lvl1pPr marL="0" indent="0">
              <a:buNone/>
              <a:defRPr sz="3212" b="1"/>
            </a:lvl1pPr>
            <a:lvl2pPr marL="611962" indent="0">
              <a:buNone/>
              <a:defRPr sz="2677" b="1"/>
            </a:lvl2pPr>
            <a:lvl3pPr marL="1223924" indent="0">
              <a:buNone/>
              <a:defRPr sz="2409" b="1"/>
            </a:lvl3pPr>
            <a:lvl4pPr marL="1835887" indent="0">
              <a:buNone/>
              <a:defRPr sz="2142" b="1"/>
            </a:lvl4pPr>
            <a:lvl5pPr marL="2447849" indent="0">
              <a:buNone/>
              <a:defRPr sz="2142" b="1"/>
            </a:lvl5pPr>
            <a:lvl6pPr marL="3059811" indent="0">
              <a:buNone/>
              <a:defRPr sz="2142" b="1"/>
            </a:lvl6pPr>
            <a:lvl7pPr marL="3671773" indent="0">
              <a:buNone/>
              <a:defRPr sz="2142" b="1"/>
            </a:lvl7pPr>
            <a:lvl8pPr marL="4283735" indent="0">
              <a:buNone/>
              <a:defRPr sz="2142" b="1"/>
            </a:lvl8pPr>
            <a:lvl9pPr marL="4895698" indent="0">
              <a:buNone/>
              <a:defRPr sz="214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3070" y="4470863"/>
            <a:ext cx="5177934" cy="65759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311" y="3000409"/>
            <a:ext cx="5203435" cy="1470454"/>
          </a:xfrm>
        </p:spPr>
        <p:txBody>
          <a:bodyPr anchor="b"/>
          <a:lstStyle>
            <a:lvl1pPr marL="0" indent="0">
              <a:buNone/>
              <a:defRPr sz="3212" b="1"/>
            </a:lvl1pPr>
            <a:lvl2pPr marL="611962" indent="0">
              <a:buNone/>
              <a:defRPr sz="2677" b="1"/>
            </a:lvl2pPr>
            <a:lvl3pPr marL="1223924" indent="0">
              <a:buNone/>
              <a:defRPr sz="2409" b="1"/>
            </a:lvl3pPr>
            <a:lvl4pPr marL="1835887" indent="0">
              <a:buNone/>
              <a:defRPr sz="2142" b="1"/>
            </a:lvl4pPr>
            <a:lvl5pPr marL="2447849" indent="0">
              <a:buNone/>
              <a:defRPr sz="2142" b="1"/>
            </a:lvl5pPr>
            <a:lvl6pPr marL="3059811" indent="0">
              <a:buNone/>
              <a:defRPr sz="2142" b="1"/>
            </a:lvl6pPr>
            <a:lvl7pPr marL="3671773" indent="0">
              <a:buNone/>
              <a:defRPr sz="2142" b="1"/>
            </a:lvl7pPr>
            <a:lvl8pPr marL="4283735" indent="0">
              <a:buNone/>
              <a:defRPr sz="2142" b="1"/>
            </a:lvl8pPr>
            <a:lvl9pPr marL="4895698" indent="0">
              <a:buNone/>
              <a:defRPr sz="214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311" y="4470863"/>
            <a:ext cx="5203435" cy="65759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879AB-E60A-4261-98DA-0C718B428030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F68F-81D5-4601-BA58-B3A592B5A6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2845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879AB-E60A-4261-98DA-0C718B428030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F68F-81D5-4601-BA58-B3A592B5A6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374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879AB-E60A-4261-98DA-0C718B428030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F68F-81D5-4601-BA58-B3A592B5A6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181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815975"/>
            <a:ext cx="3947598" cy="2855913"/>
          </a:xfrm>
        </p:spPr>
        <p:txBody>
          <a:bodyPr anchor="b"/>
          <a:lstStyle>
            <a:lvl1pPr>
              <a:defRPr sz="428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3435" y="1762282"/>
            <a:ext cx="6196310" cy="8698067"/>
          </a:xfrm>
        </p:spPr>
        <p:txBody>
          <a:bodyPr/>
          <a:lstStyle>
            <a:lvl1pPr>
              <a:defRPr sz="4283"/>
            </a:lvl1pPr>
            <a:lvl2pPr>
              <a:defRPr sz="3748"/>
            </a:lvl2pPr>
            <a:lvl3pPr>
              <a:defRPr sz="3212"/>
            </a:lvl3pPr>
            <a:lvl4pPr>
              <a:defRPr sz="2677"/>
            </a:lvl4pPr>
            <a:lvl5pPr>
              <a:defRPr sz="2677"/>
            </a:lvl5pPr>
            <a:lvl6pPr>
              <a:defRPr sz="2677"/>
            </a:lvl6pPr>
            <a:lvl7pPr>
              <a:defRPr sz="2677"/>
            </a:lvl7pPr>
            <a:lvl8pPr>
              <a:defRPr sz="2677"/>
            </a:lvl8pPr>
            <a:lvl9pPr>
              <a:defRPr sz="267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8" y="3671887"/>
            <a:ext cx="3947598" cy="6802626"/>
          </a:xfrm>
        </p:spPr>
        <p:txBody>
          <a:bodyPr/>
          <a:lstStyle>
            <a:lvl1pPr marL="0" indent="0">
              <a:buNone/>
              <a:defRPr sz="2142"/>
            </a:lvl1pPr>
            <a:lvl2pPr marL="611962" indent="0">
              <a:buNone/>
              <a:defRPr sz="1874"/>
            </a:lvl2pPr>
            <a:lvl3pPr marL="1223924" indent="0">
              <a:buNone/>
              <a:defRPr sz="1606"/>
            </a:lvl3pPr>
            <a:lvl4pPr marL="1835887" indent="0">
              <a:buNone/>
              <a:defRPr sz="1339"/>
            </a:lvl4pPr>
            <a:lvl5pPr marL="2447849" indent="0">
              <a:buNone/>
              <a:defRPr sz="1339"/>
            </a:lvl5pPr>
            <a:lvl6pPr marL="3059811" indent="0">
              <a:buNone/>
              <a:defRPr sz="1339"/>
            </a:lvl6pPr>
            <a:lvl7pPr marL="3671773" indent="0">
              <a:buNone/>
              <a:defRPr sz="1339"/>
            </a:lvl7pPr>
            <a:lvl8pPr marL="4283735" indent="0">
              <a:buNone/>
              <a:defRPr sz="1339"/>
            </a:lvl8pPr>
            <a:lvl9pPr marL="4895698" indent="0">
              <a:buNone/>
              <a:defRPr sz="133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879AB-E60A-4261-98DA-0C718B428030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F68F-81D5-4601-BA58-B3A592B5A6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920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815975"/>
            <a:ext cx="3947598" cy="2855913"/>
          </a:xfrm>
        </p:spPr>
        <p:txBody>
          <a:bodyPr anchor="b"/>
          <a:lstStyle>
            <a:lvl1pPr>
              <a:defRPr sz="428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03435" y="1762282"/>
            <a:ext cx="6196310" cy="8698067"/>
          </a:xfrm>
        </p:spPr>
        <p:txBody>
          <a:bodyPr anchor="t"/>
          <a:lstStyle>
            <a:lvl1pPr marL="0" indent="0">
              <a:buNone/>
              <a:defRPr sz="4283"/>
            </a:lvl1pPr>
            <a:lvl2pPr marL="611962" indent="0">
              <a:buNone/>
              <a:defRPr sz="3748"/>
            </a:lvl2pPr>
            <a:lvl3pPr marL="1223924" indent="0">
              <a:buNone/>
              <a:defRPr sz="3212"/>
            </a:lvl3pPr>
            <a:lvl4pPr marL="1835887" indent="0">
              <a:buNone/>
              <a:defRPr sz="2677"/>
            </a:lvl4pPr>
            <a:lvl5pPr marL="2447849" indent="0">
              <a:buNone/>
              <a:defRPr sz="2677"/>
            </a:lvl5pPr>
            <a:lvl6pPr marL="3059811" indent="0">
              <a:buNone/>
              <a:defRPr sz="2677"/>
            </a:lvl6pPr>
            <a:lvl7pPr marL="3671773" indent="0">
              <a:buNone/>
              <a:defRPr sz="2677"/>
            </a:lvl7pPr>
            <a:lvl8pPr marL="4283735" indent="0">
              <a:buNone/>
              <a:defRPr sz="2677"/>
            </a:lvl8pPr>
            <a:lvl9pPr marL="4895698" indent="0">
              <a:buNone/>
              <a:defRPr sz="267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8" y="3671887"/>
            <a:ext cx="3947598" cy="6802626"/>
          </a:xfrm>
        </p:spPr>
        <p:txBody>
          <a:bodyPr/>
          <a:lstStyle>
            <a:lvl1pPr marL="0" indent="0">
              <a:buNone/>
              <a:defRPr sz="2142"/>
            </a:lvl1pPr>
            <a:lvl2pPr marL="611962" indent="0">
              <a:buNone/>
              <a:defRPr sz="1874"/>
            </a:lvl2pPr>
            <a:lvl3pPr marL="1223924" indent="0">
              <a:buNone/>
              <a:defRPr sz="1606"/>
            </a:lvl3pPr>
            <a:lvl4pPr marL="1835887" indent="0">
              <a:buNone/>
              <a:defRPr sz="1339"/>
            </a:lvl4pPr>
            <a:lvl5pPr marL="2447849" indent="0">
              <a:buNone/>
              <a:defRPr sz="1339"/>
            </a:lvl5pPr>
            <a:lvl6pPr marL="3059811" indent="0">
              <a:buNone/>
              <a:defRPr sz="1339"/>
            </a:lvl6pPr>
            <a:lvl7pPr marL="3671773" indent="0">
              <a:buNone/>
              <a:defRPr sz="1339"/>
            </a:lvl7pPr>
            <a:lvl8pPr marL="4283735" indent="0">
              <a:buNone/>
              <a:defRPr sz="1339"/>
            </a:lvl8pPr>
            <a:lvl9pPr marL="4895698" indent="0">
              <a:buNone/>
              <a:defRPr sz="133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879AB-E60A-4261-98DA-0C718B428030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F68F-81D5-4601-BA58-B3A592B5A6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805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879AB-E60A-4261-98DA-0C718B428030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F68F-81D5-4601-BA58-B3A592B5A6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804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58982" y="651647"/>
            <a:ext cx="2639169" cy="1037251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1475" y="651647"/>
            <a:ext cx="7764512" cy="1037251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879AB-E60A-4261-98DA-0C718B428030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F68F-81D5-4601-BA58-B3A592B5A6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4183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1474" y="651649"/>
            <a:ext cx="10556677" cy="2365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474" y="3258233"/>
            <a:ext cx="10556677" cy="7765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1474" y="11344322"/>
            <a:ext cx="2753916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5879AB-E60A-4261-98DA-0C718B428030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54376" y="11344322"/>
            <a:ext cx="4130873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4235" y="11344322"/>
            <a:ext cx="2753916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AFF68F-81D5-4601-BA58-B3A592B5A6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5004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23924" rtl="0" eaLnBrk="1" latinLnBrk="0" hangingPunct="1">
        <a:lnSpc>
          <a:spcPct val="90000"/>
        </a:lnSpc>
        <a:spcBef>
          <a:spcPct val="0"/>
        </a:spcBef>
        <a:buNone/>
        <a:defRPr sz="58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5981" indent="-305981" algn="l" defTabSz="1223924" rtl="0" eaLnBrk="1" latinLnBrk="0" hangingPunct="1">
        <a:lnSpc>
          <a:spcPct val="90000"/>
        </a:lnSpc>
        <a:spcBef>
          <a:spcPts val="1339"/>
        </a:spcBef>
        <a:buFont typeface="Arial" panose="020B0604020202020204" pitchFamily="34" charset="0"/>
        <a:buChar char="•"/>
        <a:defRPr sz="3748" kern="1200">
          <a:solidFill>
            <a:schemeClr val="tx1"/>
          </a:solidFill>
          <a:latin typeface="+mn-lt"/>
          <a:ea typeface="+mn-ea"/>
          <a:cs typeface="+mn-cs"/>
        </a:defRPr>
      </a:lvl1pPr>
      <a:lvl2pPr marL="917943" indent="-305981" algn="l" defTabSz="1223924" rtl="0" eaLnBrk="1" latinLnBrk="0" hangingPunct="1">
        <a:lnSpc>
          <a:spcPct val="90000"/>
        </a:lnSpc>
        <a:spcBef>
          <a:spcPts val="669"/>
        </a:spcBef>
        <a:buFont typeface="Arial" panose="020B0604020202020204" pitchFamily="34" charset="0"/>
        <a:buChar char="•"/>
        <a:defRPr sz="3212" kern="1200">
          <a:solidFill>
            <a:schemeClr val="tx1"/>
          </a:solidFill>
          <a:latin typeface="+mn-lt"/>
          <a:ea typeface="+mn-ea"/>
          <a:cs typeface="+mn-cs"/>
        </a:defRPr>
      </a:lvl2pPr>
      <a:lvl3pPr marL="1529906" indent="-305981" algn="l" defTabSz="1223924" rtl="0" eaLnBrk="1" latinLnBrk="0" hangingPunct="1">
        <a:lnSpc>
          <a:spcPct val="90000"/>
        </a:lnSpc>
        <a:spcBef>
          <a:spcPts val="669"/>
        </a:spcBef>
        <a:buFont typeface="Arial" panose="020B0604020202020204" pitchFamily="34" charset="0"/>
        <a:buChar char="•"/>
        <a:defRPr sz="2677" kern="1200">
          <a:solidFill>
            <a:schemeClr val="tx1"/>
          </a:solidFill>
          <a:latin typeface="+mn-lt"/>
          <a:ea typeface="+mn-ea"/>
          <a:cs typeface="+mn-cs"/>
        </a:defRPr>
      </a:lvl3pPr>
      <a:lvl4pPr marL="2141868" indent="-305981" algn="l" defTabSz="1223924" rtl="0" eaLnBrk="1" latinLnBrk="0" hangingPunct="1">
        <a:lnSpc>
          <a:spcPct val="90000"/>
        </a:lnSpc>
        <a:spcBef>
          <a:spcPts val="669"/>
        </a:spcBef>
        <a:buFont typeface="Arial" panose="020B0604020202020204" pitchFamily="34" charset="0"/>
        <a:buChar char="•"/>
        <a:defRPr sz="2409" kern="1200">
          <a:solidFill>
            <a:schemeClr val="tx1"/>
          </a:solidFill>
          <a:latin typeface="+mn-lt"/>
          <a:ea typeface="+mn-ea"/>
          <a:cs typeface="+mn-cs"/>
        </a:defRPr>
      </a:lvl4pPr>
      <a:lvl5pPr marL="2753830" indent="-305981" algn="l" defTabSz="1223924" rtl="0" eaLnBrk="1" latinLnBrk="0" hangingPunct="1">
        <a:lnSpc>
          <a:spcPct val="90000"/>
        </a:lnSpc>
        <a:spcBef>
          <a:spcPts val="669"/>
        </a:spcBef>
        <a:buFont typeface="Arial" panose="020B0604020202020204" pitchFamily="34" charset="0"/>
        <a:buChar char="•"/>
        <a:defRPr sz="2409" kern="1200">
          <a:solidFill>
            <a:schemeClr val="tx1"/>
          </a:solidFill>
          <a:latin typeface="+mn-lt"/>
          <a:ea typeface="+mn-ea"/>
          <a:cs typeface="+mn-cs"/>
        </a:defRPr>
      </a:lvl5pPr>
      <a:lvl6pPr marL="3365792" indent="-305981" algn="l" defTabSz="1223924" rtl="0" eaLnBrk="1" latinLnBrk="0" hangingPunct="1">
        <a:lnSpc>
          <a:spcPct val="90000"/>
        </a:lnSpc>
        <a:spcBef>
          <a:spcPts val="669"/>
        </a:spcBef>
        <a:buFont typeface="Arial" panose="020B0604020202020204" pitchFamily="34" charset="0"/>
        <a:buChar char="•"/>
        <a:defRPr sz="2409" kern="1200">
          <a:solidFill>
            <a:schemeClr val="tx1"/>
          </a:solidFill>
          <a:latin typeface="+mn-lt"/>
          <a:ea typeface="+mn-ea"/>
          <a:cs typeface="+mn-cs"/>
        </a:defRPr>
      </a:lvl6pPr>
      <a:lvl7pPr marL="3977754" indent="-305981" algn="l" defTabSz="1223924" rtl="0" eaLnBrk="1" latinLnBrk="0" hangingPunct="1">
        <a:lnSpc>
          <a:spcPct val="90000"/>
        </a:lnSpc>
        <a:spcBef>
          <a:spcPts val="669"/>
        </a:spcBef>
        <a:buFont typeface="Arial" panose="020B0604020202020204" pitchFamily="34" charset="0"/>
        <a:buChar char="•"/>
        <a:defRPr sz="2409" kern="1200">
          <a:solidFill>
            <a:schemeClr val="tx1"/>
          </a:solidFill>
          <a:latin typeface="+mn-lt"/>
          <a:ea typeface="+mn-ea"/>
          <a:cs typeface="+mn-cs"/>
        </a:defRPr>
      </a:lvl7pPr>
      <a:lvl8pPr marL="4589717" indent="-305981" algn="l" defTabSz="1223924" rtl="0" eaLnBrk="1" latinLnBrk="0" hangingPunct="1">
        <a:lnSpc>
          <a:spcPct val="90000"/>
        </a:lnSpc>
        <a:spcBef>
          <a:spcPts val="669"/>
        </a:spcBef>
        <a:buFont typeface="Arial" panose="020B0604020202020204" pitchFamily="34" charset="0"/>
        <a:buChar char="•"/>
        <a:defRPr sz="2409" kern="1200">
          <a:solidFill>
            <a:schemeClr val="tx1"/>
          </a:solidFill>
          <a:latin typeface="+mn-lt"/>
          <a:ea typeface="+mn-ea"/>
          <a:cs typeface="+mn-cs"/>
        </a:defRPr>
      </a:lvl8pPr>
      <a:lvl9pPr marL="5201679" indent="-305981" algn="l" defTabSz="1223924" rtl="0" eaLnBrk="1" latinLnBrk="0" hangingPunct="1">
        <a:lnSpc>
          <a:spcPct val="90000"/>
        </a:lnSpc>
        <a:spcBef>
          <a:spcPts val="669"/>
        </a:spcBef>
        <a:buFont typeface="Arial" panose="020B0604020202020204" pitchFamily="34" charset="0"/>
        <a:buChar char="•"/>
        <a:defRPr sz="24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23924" rtl="0" eaLnBrk="1" latinLnBrk="0" hangingPunct="1">
        <a:defRPr sz="2409" kern="1200">
          <a:solidFill>
            <a:schemeClr val="tx1"/>
          </a:solidFill>
          <a:latin typeface="+mn-lt"/>
          <a:ea typeface="+mn-ea"/>
          <a:cs typeface="+mn-cs"/>
        </a:defRPr>
      </a:lvl1pPr>
      <a:lvl2pPr marL="611962" algn="l" defTabSz="1223924" rtl="0" eaLnBrk="1" latinLnBrk="0" hangingPunct="1">
        <a:defRPr sz="2409" kern="1200">
          <a:solidFill>
            <a:schemeClr val="tx1"/>
          </a:solidFill>
          <a:latin typeface="+mn-lt"/>
          <a:ea typeface="+mn-ea"/>
          <a:cs typeface="+mn-cs"/>
        </a:defRPr>
      </a:lvl2pPr>
      <a:lvl3pPr marL="1223924" algn="l" defTabSz="1223924" rtl="0" eaLnBrk="1" latinLnBrk="0" hangingPunct="1">
        <a:defRPr sz="2409" kern="1200">
          <a:solidFill>
            <a:schemeClr val="tx1"/>
          </a:solidFill>
          <a:latin typeface="+mn-lt"/>
          <a:ea typeface="+mn-ea"/>
          <a:cs typeface="+mn-cs"/>
        </a:defRPr>
      </a:lvl3pPr>
      <a:lvl4pPr marL="1835887" algn="l" defTabSz="1223924" rtl="0" eaLnBrk="1" latinLnBrk="0" hangingPunct="1">
        <a:defRPr sz="2409" kern="1200">
          <a:solidFill>
            <a:schemeClr val="tx1"/>
          </a:solidFill>
          <a:latin typeface="+mn-lt"/>
          <a:ea typeface="+mn-ea"/>
          <a:cs typeface="+mn-cs"/>
        </a:defRPr>
      </a:lvl4pPr>
      <a:lvl5pPr marL="2447849" algn="l" defTabSz="1223924" rtl="0" eaLnBrk="1" latinLnBrk="0" hangingPunct="1">
        <a:defRPr sz="2409" kern="1200">
          <a:solidFill>
            <a:schemeClr val="tx1"/>
          </a:solidFill>
          <a:latin typeface="+mn-lt"/>
          <a:ea typeface="+mn-ea"/>
          <a:cs typeface="+mn-cs"/>
        </a:defRPr>
      </a:lvl5pPr>
      <a:lvl6pPr marL="3059811" algn="l" defTabSz="1223924" rtl="0" eaLnBrk="1" latinLnBrk="0" hangingPunct="1">
        <a:defRPr sz="2409" kern="1200">
          <a:solidFill>
            <a:schemeClr val="tx1"/>
          </a:solidFill>
          <a:latin typeface="+mn-lt"/>
          <a:ea typeface="+mn-ea"/>
          <a:cs typeface="+mn-cs"/>
        </a:defRPr>
      </a:lvl6pPr>
      <a:lvl7pPr marL="3671773" algn="l" defTabSz="1223924" rtl="0" eaLnBrk="1" latinLnBrk="0" hangingPunct="1">
        <a:defRPr sz="2409" kern="1200">
          <a:solidFill>
            <a:schemeClr val="tx1"/>
          </a:solidFill>
          <a:latin typeface="+mn-lt"/>
          <a:ea typeface="+mn-ea"/>
          <a:cs typeface="+mn-cs"/>
        </a:defRPr>
      </a:lvl7pPr>
      <a:lvl8pPr marL="4283735" algn="l" defTabSz="1223924" rtl="0" eaLnBrk="1" latinLnBrk="0" hangingPunct="1">
        <a:defRPr sz="2409" kern="1200">
          <a:solidFill>
            <a:schemeClr val="tx1"/>
          </a:solidFill>
          <a:latin typeface="+mn-lt"/>
          <a:ea typeface="+mn-ea"/>
          <a:cs typeface="+mn-cs"/>
        </a:defRPr>
      </a:lvl8pPr>
      <a:lvl9pPr marL="4895698" algn="l" defTabSz="1223924" rtl="0" eaLnBrk="1" latinLnBrk="0" hangingPunct="1">
        <a:defRPr sz="24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D2BD40D-14D1-FC8D-52CF-EEFB2894D3F4}"/>
              </a:ext>
            </a:extLst>
          </p:cNvPr>
          <p:cNvSpPr/>
          <p:nvPr/>
        </p:nvSpPr>
        <p:spPr>
          <a:xfrm>
            <a:off x="3852605" y="1347755"/>
            <a:ext cx="1200303" cy="721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SES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008F840-4684-2697-8279-9913DE5FBFE7}"/>
              </a:ext>
            </a:extLst>
          </p:cNvPr>
          <p:cNvCxnSpPr>
            <a:cxnSpLocks/>
            <a:stCxn id="3" idx="3"/>
            <a:endCxn id="22" idx="2"/>
          </p:cNvCxnSpPr>
          <p:nvPr/>
        </p:nvCxnSpPr>
        <p:spPr>
          <a:xfrm>
            <a:off x="5052908" y="1708416"/>
            <a:ext cx="1317131" cy="239659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71EC25B-7EDA-5A69-3BEC-997808E0D511}"/>
              </a:ext>
            </a:extLst>
          </p:cNvPr>
          <p:cNvSpPr/>
          <p:nvPr/>
        </p:nvSpPr>
        <p:spPr>
          <a:xfrm>
            <a:off x="2642965" y="3876044"/>
            <a:ext cx="1147483" cy="5916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dirty="0">
                <a:solidFill>
                  <a:schemeClr val="tx1"/>
                </a:solidFill>
              </a:rPr>
              <a:t>Raven Matrices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2A1A79-AEAF-78AD-69ED-B42E0421790F}"/>
              </a:ext>
            </a:extLst>
          </p:cNvPr>
          <p:cNvSpPr/>
          <p:nvPr/>
        </p:nvSpPr>
        <p:spPr>
          <a:xfrm>
            <a:off x="4122142" y="3876044"/>
            <a:ext cx="1147483" cy="5916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dirty="0">
                <a:solidFill>
                  <a:schemeClr val="tx1"/>
                </a:solidFill>
              </a:rPr>
              <a:t>Wechsler</a:t>
            </a:r>
          </a:p>
          <a:p>
            <a:pPr algn="ctr"/>
            <a:r>
              <a:rPr lang="en-GB" sz="1500" dirty="0">
                <a:solidFill>
                  <a:schemeClr val="tx1"/>
                </a:solidFill>
              </a:rPr>
              <a:t>Vocabulary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1BC548-FF23-D0BB-EDF0-09EDCFFA6135}"/>
              </a:ext>
            </a:extLst>
          </p:cNvPr>
          <p:cNvSpPr/>
          <p:nvPr/>
        </p:nvSpPr>
        <p:spPr>
          <a:xfrm>
            <a:off x="5601318" y="3876044"/>
            <a:ext cx="1147483" cy="5916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dirty="0">
                <a:solidFill>
                  <a:schemeClr val="tx1"/>
                </a:solidFill>
              </a:rPr>
              <a:t>n-back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E92D93-0919-2747-6099-E78CBA0CDE40}"/>
              </a:ext>
            </a:extLst>
          </p:cNvPr>
          <p:cNvSpPr/>
          <p:nvPr/>
        </p:nvSpPr>
        <p:spPr>
          <a:xfrm>
            <a:off x="8559670" y="3885008"/>
            <a:ext cx="1147483" cy="5916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dirty="0">
                <a:solidFill>
                  <a:schemeClr val="tx1"/>
                </a:solidFill>
              </a:rPr>
              <a:t>Digit </a:t>
            </a:r>
          </a:p>
          <a:p>
            <a:pPr algn="ctr"/>
            <a:r>
              <a:rPr lang="en-GB" sz="1500" dirty="0">
                <a:solidFill>
                  <a:schemeClr val="tx1"/>
                </a:solidFill>
              </a:rPr>
              <a:t>span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117AC6-4EDB-A14F-8B88-A8FA570F5358}"/>
              </a:ext>
            </a:extLst>
          </p:cNvPr>
          <p:cNvSpPr/>
          <p:nvPr/>
        </p:nvSpPr>
        <p:spPr>
          <a:xfrm>
            <a:off x="7080494" y="3876044"/>
            <a:ext cx="1147483" cy="5916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dirty="0">
                <a:solidFill>
                  <a:schemeClr val="tx1"/>
                </a:solidFill>
              </a:rPr>
              <a:t>Spatial span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4946A5-F558-0E85-3556-EAB639A6D452}"/>
              </a:ext>
            </a:extLst>
          </p:cNvPr>
          <p:cNvSpPr/>
          <p:nvPr/>
        </p:nvSpPr>
        <p:spPr>
          <a:xfrm>
            <a:off x="10038845" y="3876044"/>
            <a:ext cx="1147483" cy="5916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dirty="0">
                <a:solidFill>
                  <a:schemeClr val="tx1"/>
                </a:solidFill>
              </a:rPr>
              <a:t>Melody span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7947C7D-A822-5C5F-5048-E4355FB1EF98}"/>
              </a:ext>
            </a:extLst>
          </p:cNvPr>
          <p:cNvSpPr/>
          <p:nvPr/>
        </p:nvSpPr>
        <p:spPr>
          <a:xfrm>
            <a:off x="6370039" y="1374333"/>
            <a:ext cx="1434353" cy="114748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D458E67-3F3C-37A4-8B73-3E83F1F78E85}"/>
              </a:ext>
            </a:extLst>
          </p:cNvPr>
          <p:cNvCxnSpPr>
            <a:stCxn id="22" idx="4"/>
            <a:endCxn id="14" idx="0"/>
          </p:cNvCxnSpPr>
          <p:nvPr/>
        </p:nvCxnSpPr>
        <p:spPr>
          <a:xfrm flipH="1">
            <a:off x="3216707" y="2521816"/>
            <a:ext cx="3870509" cy="135422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01F5EE4-FD9E-297A-5394-5BE9870129DD}"/>
              </a:ext>
            </a:extLst>
          </p:cNvPr>
          <p:cNvCxnSpPr>
            <a:cxnSpLocks/>
            <a:stCxn id="22" idx="4"/>
            <a:endCxn id="15" idx="0"/>
          </p:cNvCxnSpPr>
          <p:nvPr/>
        </p:nvCxnSpPr>
        <p:spPr>
          <a:xfrm flipH="1">
            <a:off x="4695884" y="2521816"/>
            <a:ext cx="2391332" cy="135422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751BE56-1CB5-AC98-03BB-CC400ED45F4C}"/>
              </a:ext>
            </a:extLst>
          </p:cNvPr>
          <p:cNvCxnSpPr>
            <a:cxnSpLocks/>
            <a:stCxn id="22" idx="4"/>
            <a:endCxn id="17" idx="0"/>
          </p:cNvCxnSpPr>
          <p:nvPr/>
        </p:nvCxnSpPr>
        <p:spPr>
          <a:xfrm flipH="1">
            <a:off x="6175060" y="2521816"/>
            <a:ext cx="912156" cy="135422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E6A69F0-FB1E-78BD-A0A1-980A7F49CA88}"/>
              </a:ext>
            </a:extLst>
          </p:cNvPr>
          <p:cNvCxnSpPr>
            <a:cxnSpLocks/>
            <a:stCxn id="22" idx="4"/>
            <a:endCxn id="19" idx="0"/>
          </p:cNvCxnSpPr>
          <p:nvPr/>
        </p:nvCxnSpPr>
        <p:spPr>
          <a:xfrm>
            <a:off x="7087216" y="2521816"/>
            <a:ext cx="567020" cy="135422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A044F1F-D057-5FC4-C1AF-176BF9D6679B}"/>
              </a:ext>
            </a:extLst>
          </p:cNvPr>
          <p:cNvCxnSpPr>
            <a:cxnSpLocks/>
            <a:stCxn id="22" idx="4"/>
            <a:endCxn id="18" idx="0"/>
          </p:cNvCxnSpPr>
          <p:nvPr/>
        </p:nvCxnSpPr>
        <p:spPr>
          <a:xfrm>
            <a:off x="7087216" y="2521816"/>
            <a:ext cx="2046196" cy="1363192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43590F5-B645-47BD-F0D2-B955BD666280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7087216" y="2521816"/>
            <a:ext cx="3525371" cy="135422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0E7F0E0-77D4-9C31-5B5D-8CD5A9C0E201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3216707" y="4467714"/>
            <a:ext cx="0" cy="24583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B6465C6-5E4A-4C31-4E2F-E483FDC6CD80}"/>
              </a:ext>
            </a:extLst>
          </p:cNvPr>
          <p:cNvCxnSpPr>
            <a:cxnSpLocks/>
          </p:cNvCxnSpPr>
          <p:nvPr/>
        </p:nvCxnSpPr>
        <p:spPr>
          <a:xfrm flipV="1">
            <a:off x="4682205" y="4467714"/>
            <a:ext cx="0" cy="24583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1649031-E508-1D66-A15C-572DE95FA14F}"/>
              </a:ext>
            </a:extLst>
          </p:cNvPr>
          <p:cNvCxnSpPr>
            <a:cxnSpLocks/>
          </p:cNvCxnSpPr>
          <p:nvPr/>
        </p:nvCxnSpPr>
        <p:spPr>
          <a:xfrm flipV="1">
            <a:off x="6175060" y="4467714"/>
            <a:ext cx="0" cy="24583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CBDC94A-39FF-7571-C60D-F3C224203970}"/>
              </a:ext>
            </a:extLst>
          </p:cNvPr>
          <p:cNvCxnSpPr>
            <a:cxnSpLocks/>
          </p:cNvCxnSpPr>
          <p:nvPr/>
        </p:nvCxnSpPr>
        <p:spPr>
          <a:xfrm flipV="1">
            <a:off x="7654236" y="4467714"/>
            <a:ext cx="0" cy="24583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6239E81-5810-EE53-270C-CEA1B4E8BCE3}"/>
              </a:ext>
            </a:extLst>
          </p:cNvPr>
          <p:cNvCxnSpPr>
            <a:cxnSpLocks/>
          </p:cNvCxnSpPr>
          <p:nvPr/>
        </p:nvCxnSpPr>
        <p:spPr>
          <a:xfrm flipV="1">
            <a:off x="9133412" y="4476678"/>
            <a:ext cx="0" cy="24583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BECBD9F-5F74-13A9-5348-A8D60AE43930}"/>
              </a:ext>
            </a:extLst>
          </p:cNvPr>
          <p:cNvCxnSpPr>
            <a:cxnSpLocks/>
          </p:cNvCxnSpPr>
          <p:nvPr/>
        </p:nvCxnSpPr>
        <p:spPr>
          <a:xfrm flipV="1">
            <a:off x="10612587" y="4467714"/>
            <a:ext cx="0" cy="24583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03B7B5FF-7AC8-EEDE-7A12-7351A27C9F09}"/>
              </a:ext>
            </a:extLst>
          </p:cNvPr>
          <p:cNvSpPr/>
          <p:nvPr/>
        </p:nvSpPr>
        <p:spPr>
          <a:xfrm>
            <a:off x="3066550" y="4722515"/>
            <a:ext cx="300314" cy="30101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58E3E24-8AC8-FD9E-4D6C-67C474F21683}"/>
              </a:ext>
            </a:extLst>
          </p:cNvPr>
          <p:cNvSpPr/>
          <p:nvPr/>
        </p:nvSpPr>
        <p:spPr>
          <a:xfrm>
            <a:off x="4532048" y="4722515"/>
            <a:ext cx="300314" cy="30101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6EF2384-BDBB-7702-F4A9-FD67ECBBA12E}"/>
              </a:ext>
            </a:extLst>
          </p:cNvPr>
          <p:cNvSpPr/>
          <p:nvPr/>
        </p:nvSpPr>
        <p:spPr>
          <a:xfrm>
            <a:off x="6024901" y="4722515"/>
            <a:ext cx="300314" cy="30101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7445078-84B5-E836-3BE9-158976B98F9C}"/>
              </a:ext>
            </a:extLst>
          </p:cNvPr>
          <p:cNvSpPr/>
          <p:nvPr/>
        </p:nvSpPr>
        <p:spPr>
          <a:xfrm>
            <a:off x="7504078" y="4713551"/>
            <a:ext cx="300314" cy="30101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F6AF079-BF52-16EF-4CB6-DE09FF540462}"/>
              </a:ext>
            </a:extLst>
          </p:cNvPr>
          <p:cNvSpPr/>
          <p:nvPr/>
        </p:nvSpPr>
        <p:spPr>
          <a:xfrm>
            <a:off x="8983255" y="4713551"/>
            <a:ext cx="300314" cy="30101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197E0ED-E024-DE81-9473-F82B44AF82D0}"/>
              </a:ext>
            </a:extLst>
          </p:cNvPr>
          <p:cNvSpPr/>
          <p:nvPr/>
        </p:nvSpPr>
        <p:spPr>
          <a:xfrm>
            <a:off x="10462428" y="4713551"/>
            <a:ext cx="300314" cy="30101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58" name="Right Bracket 57">
            <a:extLst>
              <a:ext uri="{FF2B5EF4-FFF2-40B4-BE49-F238E27FC236}">
                <a16:creationId xmlns:a16="http://schemas.microsoft.com/office/drawing/2014/main" id="{D467E9DC-C7EF-D59E-B4F3-5853C098EAC2}"/>
              </a:ext>
            </a:extLst>
          </p:cNvPr>
          <p:cNvSpPr/>
          <p:nvPr/>
        </p:nvSpPr>
        <p:spPr>
          <a:xfrm rot="5400000">
            <a:off x="5980610" y="3778449"/>
            <a:ext cx="376518" cy="2884602"/>
          </a:xfrm>
          <a:prstGeom prst="rightBracket">
            <a:avLst>
              <a:gd name="adj" fmla="val 395237"/>
            </a:avLst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ight Bracket 58">
            <a:extLst>
              <a:ext uri="{FF2B5EF4-FFF2-40B4-BE49-F238E27FC236}">
                <a16:creationId xmlns:a16="http://schemas.microsoft.com/office/drawing/2014/main" id="{CCB5E125-B369-65DE-E323-E2E5A57B4BF4}"/>
              </a:ext>
            </a:extLst>
          </p:cNvPr>
          <p:cNvSpPr/>
          <p:nvPr/>
        </p:nvSpPr>
        <p:spPr>
          <a:xfrm rot="5400000">
            <a:off x="8195908" y="4514202"/>
            <a:ext cx="376518" cy="1395168"/>
          </a:xfrm>
          <a:prstGeom prst="rightBracket">
            <a:avLst>
              <a:gd name="adj" fmla="val 395237"/>
            </a:avLst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ight Bracket 59">
            <a:extLst>
              <a:ext uri="{FF2B5EF4-FFF2-40B4-BE49-F238E27FC236}">
                <a16:creationId xmlns:a16="http://schemas.microsoft.com/office/drawing/2014/main" id="{2A7F7139-47A9-5BF3-0BC7-B2426473C2CE}"/>
              </a:ext>
            </a:extLst>
          </p:cNvPr>
          <p:cNvSpPr/>
          <p:nvPr/>
        </p:nvSpPr>
        <p:spPr>
          <a:xfrm rot="5400000">
            <a:off x="9680630" y="4518918"/>
            <a:ext cx="376518" cy="1385740"/>
          </a:xfrm>
          <a:prstGeom prst="rightBracket">
            <a:avLst>
              <a:gd name="adj" fmla="val 395237"/>
            </a:avLst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Isosceles Triangle 60">
            <a:extLst>
              <a:ext uri="{FF2B5EF4-FFF2-40B4-BE49-F238E27FC236}">
                <a16:creationId xmlns:a16="http://schemas.microsoft.com/office/drawing/2014/main" id="{17EC465F-1390-F8C3-282F-FC51BF604370}"/>
              </a:ext>
            </a:extLst>
          </p:cNvPr>
          <p:cNvSpPr/>
          <p:nvPr/>
        </p:nvSpPr>
        <p:spPr>
          <a:xfrm>
            <a:off x="9015601" y="1741886"/>
            <a:ext cx="495650" cy="39444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Isosceles Triangle 61">
            <a:extLst>
              <a:ext uri="{FF2B5EF4-FFF2-40B4-BE49-F238E27FC236}">
                <a16:creationId xmlns:a16="http://schemas.microsoft.com/office/drawing/2014/main" id="{DDD8DA1D-8914-F1BC-13CA-2F94C318CB8D}"/>
              </a:ext>
            </a:extLst>
          </p:cNvPr>
          <p:cNvSpPr/>
          <p:nvPr/>
        </p:nvSpPr>
        <p:spPr>
          <a:xfrm>
            <a:off x="10818558" y="5102865"/>
            <a:ext cx="495650" cy="394447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8061B65-78F4-B549-6847-04F90C67BD0B}"/>
              </a:ext>
            </a:extLst>
          </p:cNvPr>
          <p:cNvCxnSpPr>
            <a:cxnSpLocks/>
            <a:stCxn id="61" idx="1"/>
            <a:endCxn id="22" idx="6"/>
          </p:cNvCxnSpPr>
          <p:nvPr/>
        </p:nvCxnSpPr>
        <p:spPr>
          <a:xfrm flipH="1">
            <a:off x="7804392" y="1939110"/>
            <a:ext cx="1335122" cy="8965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C4A2CF0-05EA-3C37-90D3-1F767F365E1C}"/>
              </a:ext>
            </a:extLst>
          </p:cNvPr>
          <p:cNvCxnSpPr>
            <a:cxnSpLocks/>
            <a:stCxn id="62" idx="0"/>
          </p:cNvCxnSpPr>
          <p:nvPr/>
        </p:nvCxnSpPr>
        <p:spPr>
          <a:xfrm flipV="1">
            <a:off x="11066383" y="4476678"/>
            <a:ext cx="0" cy="62618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Arc 64">
            <a:extLst>
              <a:ext uri="{FF2B5EF4-FFF2-40B4-BE49-F238E27FC236}">
                <a16:creationId xmlns:a16="http://schemas.microsoft.com/office/drawing/2014/main" id="{7621EDEC-E029-6062-26BD-85FB57FA19EF}"/>
              </a:ext>
            </a:extLst>
          </p:cNvPr>
          <p:cNvSpPr/>
          <p:nvPr/>
        </p:nvSpPr>
        <p:spPr>
          <a:xfrm rot="9393425">
            <a:off x="2894196" y="4851821"/>
            <a:ext cx="191174" cy="202634"/>
          </a:xfrm>
          <a:prstGeom prst="arc">
            <a:avLst>
              <a:gd name="adj1" fmla="val 12922033"/>
              <a:gd name="adj2" fmla="val 8957233"/>
            </a:avLst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E73A386C-9D99-978E-D248-5B7ECF69B285}"/>
              </a:ext>
            </a:extLst>
          </p:cNvPr>
          <p:cNvSpPr/>
          <p:nvPr/>
        </p:nvSpPr>
        <p:spPr>
          <a:xfrm rot="9393425">
            <a:off x="4351221" y="4851822"/>
            <a:ext cx="191174" cy="202634"/>
          </a:xfrm>
          <a:prstGeom prst="arc">
            <a:avLst>
              <a:gd name="adj1" fmla="val 12922033"/>
              <a:gd name="adj2" fmla="val 8957233"/>
            </a:avLst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BE442CF6-F889-7C70-C108-4DA0215CE6F5}"/>
              </a:ext>
            </a:extLst>
          </p:cNvPr>
          <p:cNvSpPr/>
          <p:nvPr/>
        </p:nvSpPr>
        <p:spPr>
          <a:xfrm rot="9393425">
            <a:off x="5852606" y="4902686"/>
            <a:ext cx="191174" cy="202634"/>
          </a:xfrm>
          <a:prstGeom prst="arc">
            <a:avLst>
              <a:gd name="adj1" fmla="val 12922033"/>
              <a:gd name="adj2" fmla="val 8957233"/>
            </a:avLst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Arc 67">
            <a:extLst>
              <a:ext uri="{FF2B5EF4-FFF2-40B4-BE49-F238E27FC236}">
                <a16:creationId xmlns:a16="http://schemas.microsoft.com/office/drawing/2014/main" id="{A86984AE-96F9-89F6-01B0-76E3FD6B80BA}"/>
              </a:ext>
            </a:extLst>
          </p:cNvPr>
          <p:cNvSpPr/>
          <p:nvPr/>
        </p:nvSpPr>
        <p:spPr>
          <a:xfrm rot="9393425">
            <a:off x="7345185" y="4847557"/>
            <a:ext cx="191174" cy="202634"/>
          </a:xfrm>
          <a:prstGeom prst="arc">
            <a:avLst>
              <a:gd name="adj1" fmla="val 12922033"/>
              <a:gd name="adj2" fmla="val 8957233"/>
            </a:avLst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Arc 68">
            <a:extLst>
              <a:ext uri="{FF2B5EF4-FFF2-40B4-BE49-F238E27FC236}">
                <a16:creationId xmlns:a16="http://schemas.microsoft.com/office/drawing/2014/main" id="{B12AAE10-B289-AA1E-7099-64C1AEC34D6B}"/>
              </a:ext>
            </a:extLst>
          </p:cNvPr>
          <p:cNvSpPr/>
          <p:nvPr/>
        </p:nvSpPr>
        <p:spPr>
          <a:xfrm rot="9393425">
            <a:off x="8821495" y="4825934"/>
            <a:ext cx="191174" cy="202634"/>
          </a:xfrm>
          <a:prstGeom prst="arc">
            <a:avLst>
              <a:gd name="adj1" fmla="val 12922033"/>
              <a:gd name="adj2" fmla="val 8957233"/>
            </a:avLst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Arc 69">
            <a:extLst>
              <a:ext uri="{FF2B5EF4-FFF2-40B4-BE49-F238E27FC236}">
                <a16:creationId xmlns:a16="http://schemas.microsoft.com/office/drawing/2014/main" id="{06861282-94A9-F5A9-8C33-B1BD8FA71AF2}"/>
              </a:ext>
            </a:extLst>
          </p:cNvPr>
          <p:cNvSpPr/>
          <p:nvPr/>
        </p:nvSpPr>
        <p:spPr>
          <a:xfrm rot="9393425">
            <a:off x="10293302" y="4835407"/>
            <a:ext cx="191174" cy="202634"/>
          </a:xfrm>
          <a:prstGeom prst="arc">
            <a:avLst>
              <a:gd name="adj1" fmla="val 12922033"/>
              <a:gd name="adj2" fmla="val 8957233"/>
            </a:avLst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9D38417-DCD8-CC34-48B2-ABCE762D7D56}"/>
              </a:ext>
            </a:extLst>
          </p:cNvPr>
          <p:cNvSpPr txBox="1"/>
          <p:nvPr/>
        </p:nvSpPr>
        <p:spPr>
          <a:xfrm>
            <a:off x="4596205" y="3143148"/>
            <a:ext cx="636278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0.58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5FCB192-B50E-F8E1-8D23-11BF3B92D498}"/>
              </a:ext>
            </a:extLst>
          </p:cNvPr>
          <p:cNvSpPr txBox="1"/>
          <p:nvPr/>
        </p:nvSpPr>
        <p:spPr>
          <a:xfrm>
            <a:off x="5217282" y="3237176"/>
            <a:ext cx="636278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0.39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63FCA0C-7F11-2A6F-6845-EC6986C3DB8E}"/>
              </a:ext>
            </a:extLst>
          </p:cNvPr>
          <p:cNvSpPr txBox="1"/>
          <p:nvPr/>
        </p:nvSpPr>
        <p:spPr>
          <a:xfrm>
            <a:off x="6168869" y="3259540"/>
            <a:ext cx="636278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0.47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5F29A07-0B88-78E5-7AD5-A7C00B355448}"/>
              </a:ext>
            </a:extLst>
          </p:cNvPr>
          <p:cNvSpPr txBox="1"/>
          <p:nvPr/>
        </p:nvSpPr>
        <p:spPr>
          <a:xfrm>
            <a:off x="7091192" y="3254503"/>
            <a:ext cx="636278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0.44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BD5FE8D-03E9-DD1F-364C-275F96A02549}"/>
              </a:ext>
            </a:extLst>
          </p:cNvPr>
          <p:cNvSpPr txBox="1"/>
          <p:nvPr/>
        </p:nvSpPr>
        <p:spPr>
          <a:xfrm>
            <a:off x="8063177" y="3233478"/>
            <a:ext cx="636278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0.36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04ACAA7-776B-D9A7-CC69-E680CFAC6421}"/>
              </a:ext>
            </a:extLst>
          </p:cNvPr>
          <p:cNvSpPr txBox="1"/>
          <p:nvPr/>
        </p:nvSpPr>
        <p:spPr>
          <a:xfrm>
            <a:off x="8918582" y="3198930"/>
            <a:ext cx="636278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0.22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9185310-A6EF-EB9A-214E-C483DCEE4130}"/>
              </a:ext>
            </a:extLst>
          </p:cNvPr>
          <p:cNvSpPr txBox="1"/>
          <p:nvPr/>
        </p:nvSpPr>
        <p:spPr>
          <a:xfrm>
            <a:off x="5315674" y="1671948"/>
            <a:ext cx="636278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0.22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07034AC-6497-BC87-DD53-76167DED36C0}"/>
              </a:ext>
            </a:extLst>
          </p:cNvPr>
          <p:cNvSpPr/>
          <p:nvPr/>
        </p:nvSpPr>
        <p:spPr>
          <a:xfrm>
            <a:off x="7917872" y="1031166"/>
            <a:ext cx="300314" cy="30101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F56E7AAF-20D2-6D45-A0D5-CB8F48A4032A}"/>
              </a:ext>
            </a:extLst>
          </p:cNvPr>
          <p:cNvCxnSpPr>
            <a:cxnSpLocks/>
            <a:stCxn id="82" idx="3"/>
            <a:endCxn id="22" idx="7"/>
          </p:cNvCxnSpPr>
          <p:nvPr/>
        </p:nvCxnSpPr>
        <p:spPr>
          <a:xfrm flipH="1">
            <a:off x="7594336" y="1288096"/>
            <a:ext cx="367516" cy="25428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Arc 83">
            <a:extLst>
              <a:ext uri="{FF2B5EF4-FFF2-40B4-BE49-F238E27FC236}">
                <a16:creationId xmlns:a16="http://schemas.microsoft.com/office/drawing/2014/main" id="{6BC04BB8-EFB9-6B81-8BEB-2ADF166E1162}"/>
              </a:ext>
            </a:extLst>
          </p:cNvPr>
          <p:cNvSpPr/>
          <p:nvPr/>
        </p:nvSpPr>
        <p:spPr>
          <a:xfrm rot="947224">
            <a:off x="8192217" y="1170550"/>
            <a:ext cx="191174" cy="202634"/>
          </a:xfrm>
          <a:prstGeom prst="arc">
            <a:avLst>
              <a:gd name="adj1" fmla="val 12922033"/>
              <a:gd name="adj2" fmla="val 8957233"/>
            </a:avLst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5BB358C-55F3-3E82-D478-21CA3224B282}"/>
              </a:ext>
            </a:extLst>
          </p:cNvPr>
          <p:cNvSpPr txBox="1"/>
          <p:nvPr/>
        </p:nvSpPr>
        <p:spPr>
          <a:xfrm>
            <a:off x="8249632" y="1150907"/>
            <a:ext cx="1228587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300" dirty="0"/>
              <a:t>1.00 / 1.00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5FD0379-4675-9022-0E71-B35B4100DFD5}"/>
              </a:ext>
            </a:extLst>
          </p:cNvPr>
          <p:cNvSpPr txBox="1"/>
          <p:nvPr/>
        </p:nvSpPr>
        <p:spPr>
          <a:xfrm>
            <a:off x="9478219" y="4828191"/>
            <a:ext cx="991506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0.60 / 0.83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7694166-E284-B1D9-E823-F90D78EE229F}"/>
              </a:ext>
            </a:extLst>
          </p:cNvPr>
          <p:cNvSpPr txBox="1"/>
          <p:nvPr/>
        </p:nvSpPr>
        <p:spPr>
          <a:xfrm>
            <a:off x="8206287" y="1737165"/>
            <a:ext cx="636278" cy="492443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l-GR" sz="1300" dirty="0"/>
              <a:t>Δμ</a:t>
            </a:r>
            <a:r>
              <a:rPr lang="en-GB" sz="1300" dirty="0"/>
              <a:t> = 0.51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AFB7FD6-FA58-1189-4D6E-6AE8947D4443}"/>
              </a:ext>
            </a:extLst>
          </p:cNvPr>
          <p:cNvSpPr txBox="1"/>
          <p:nvPr/>
        </p:nvSpPr>
        <p:spPr>
          <a:xfrm>
            <a:off x="10818558" y="4711615"/>
            <a:ext cx="543368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0.85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4F5ABEB-0233-9463-7F51-C3D2692D2ABB}"/>
              </a:ext>
            </a:extLst>
          </p:cNvPr>
          <p:cNvSpPr txBox="1"/>
          <p:nvPr/>
        </p:nvSpPr>
        <p:spPr>
          <a:xfrm>
            <a:off x="8015820" y="4815449"/>
            <a:ext cx="991506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0.76 / 0.94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4235F55-533B-5027-1465-C213F9C530A9}"/>
              </a:ext>
            </a:extLst>
          </p:cNvPr>
          <p:cNvSpPr txBox="1"/>
          <p:nvPr/>
        </p:nvSpPr>
        <p:spPr>
          <a:xfrm>
            <a:off x="6529928" y="4832013"/>
            <a:ext cx="991506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0.60 / 0.96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FD8EF88-360A-DAB2-F6DD-DD959CB050A2}"/>
              </a:ext>
            </a:extLst>
          </p:cNvPr>
          <p:cNvSpPr txBox="1"/>
          <p:nvPr/>
        </p:nvSpPr>
        <p:spPr>
          <a:xfrm>
            <a:off x="5052955" y="4868500"/>
            <a:ext cx="991506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0.85 / 0.65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FFB8B27-94A2-03FE-DA28-354A5DD725AD}"/>
              </a:ext>
            </a:extLst>
          </p:cNvPr>
          <p:cNvSpPr txBox="1"/>
          <p:nvPr/>
        </p:nvSpPr>
        <p:spPr>
          <a:xfrm>
            <a:off x="3536828" y="4815449"/>
            <a:ext cx="991506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0.98 / 0.67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507CB5A-2DD7-7585-CD1B-29D091ECB0CC}"/>
              </a:ext>
            </a:extLst>
          </p:cNvPr>
          <p:cNvSpPr txBox="1"/>
          <p:nvPr/>
        </p:nvSpPr>
        <p:spPr>
          <a:xfrm>
            <a:off x="2060247" y="4822156"/>
            <a:ext cx="991506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0.61 / 0.62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4415931-14BD-B87C-87E7-4D51BEEBCB46}"/>
              </a:ext>
            </a:extLst>
          </p:cNvPr>
          <p:cNvSpPr txBox="1"/>
          <p:nvPr/>
        </p:nvSpPr>
        <p:spPr>
          <a:xfrm>
            <a:off x="7956974" y="5259862"/>
            <a:ext cx="934773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0.09 / 0.13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7F01862-D85E-6EB3-D43E-72CD1FD4948E}"/>
              </a:ext>
            </a:extLst>
          </p:cNvPr>
          <p:cNvSpPr txBox="1"/>
          <p:nvPr/>
        </p:nvSpPr>
        <p:spPr>
          <a:xfrm>
            <a:off x="5763308" y="5251961"/>
            <a:ext cx="1196584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−0.17 / −0.15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EF98538-FE90-9F56-47A4-10AE6F4F6FB4}"/>
              </a:ext>
            </a:extLst>
          </p:cNvPr>
          <p:cNvSpPr txBox="1"/>
          <p:nvPr/>
        </p:nvSpPr>
        <p:spPr>
          <a:xfrm>
            <a:off x="10784984" y="4634922"/>
            <a:ext cx="636278" cy="492443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l-GR" sz="1300" dirty="0"/>
              <a:t>Δμ</a:t>
            </a:r>
            <a:r>
              <a:rPr lang="en-GB" sz="1300" dirty="0"/>
              <a:t> = 0.85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73E0B24-90FC-01FE-8080-056D422675FE}"/>
              </a:ext>
            </a:extLst>
          </p:cNvPr>
          <p:cNvSpPr txBox="1"/>
          <p:nvPr/>
        </p:nvSpPr>
        <p:spPr>
          <a:xfrm>
            <a:off x="9445725" y="5251961"/>
            <a:ext cx="934773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0.09 / 0.31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03C2E85-CF55-E972-A5FD-3A13DB423E9C}"/>
              </a:ext>
            </a:extLst>
          </p:cNvPr>
          <p:cNvSpPr/>
          <p:nvPr/>
        </p:nvSpPr>
        <p:spPr>
          <a:xfrm>
            <a:off x="3852605" y="6395689"/>
            <a:ext cx="1200303" cy="721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SES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BAE8F53E-99D4-FEE7-29E7-8FBD4C749822}"/>
              </a:ext>
            </a:extLst>
          </p:cNvPr>
          <p:cNvCxnSpPr>
            <a:cxnSpLocks/>
            <a:stCxn id="113" idx="3"/>
            <a:endCxn id="126" idx="2"/>
          </p:cNvCxnSpPr>
          <p:nvPr/>
        </p:nvCxnSpPr>
        <p:spPr>
          <a:xfrm>
            <a:off x="5052908" y="6756350"/>
            <a:ext cx="1327725" cy="801422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E248AFE-D685-D31A-182B-95FF9F0AE086}"/>
              </a:ext>
            </a:extLst>
          </p:cNvPr>
          <p:cNvSpPr/>
          <p:nvPr/>
        </p:nvSpPr>
        <p:spPr>
          <a:xfrm>
            <a:off x="2653559" y="9485741"/>
            <a:ext cx="1147483" cy="5916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dirty="0">
                <a:solidFill>
                  <a:schemeClr val="tx1"/>
                </a:solidFill>
              </a:rPr>
              <a:t>Raven Matrices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6C8B344A-665A-425C-B3BD-829D4026BC2C}"/>
              </a:ext>
            </a:extLst>
          </p:cNvPr>
          <p:cNvSpPr/>
          <p:nvPr/>
        </p:nvSpPr>
        <p:spPr>
          <a:xfrm>
            <a:off x="4132736" y="9485741"/>
            <a:ext cx="1147483" cy="5916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dirty="0">
                <a:solidFill>
                  <a:schemeClr val="tx1"/>
                </a:solidFill>
              </a:rPr>
              <a:t>Wechsler</a:t>
            </a:r>
          </a:p>
          <a:p>
            <a:pPr algn="ctr"/>
            <a:r>
              <a:rPr lang="en-GB" sz="1500" dirty="0">
                <a:solidFill>
                  <a:schemeClr val="tx1"/>
                </a:solidFill>
              </a:rPr>
              <a:t>Vocabulary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67EFBB7E-33BD-7794-08B5-C5056BB793F4}"/>
              </a:ext>
            </a:extLst>
          </p:cNvPr>
          <p:cNvSpPr/>
          <p:nvPr/>
        </p:nvSpPr>
        <p:spPr>
          <a:xfrm>
            <a:off x="5611912" y="9485741"/>
            <a:ext cx="1147483" cy="5916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dirty="0">
                <a:solidFill>
                  <a:schemeClr val="tx1"/>
                </a:solidFill>
              </a:rPr>
              <a:t>n-back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D62DFA2-DB49-5E43-EB50-CBBEA43C1F20}"/>
              </a:ext>
            </a:extLst>
          </p:cNvPr>
          <p:cNvSpPr/>
          <p:nvPr/>
        </p:nvSpPr>
        <p:spPr>
          <a:xfrm>
            <a:off x="8570264" y="9494705"/>
            <a:ext cx="1147483" cy="5916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dirty="0">
                <a:solidFill>
                  <a:schemeClr val="tx1"/>
                </a:solidFill>
              </a:rPr>
              <a:t>Digit </a:t>
            </a:r>
          </a:p>
          <a:p>
            <a:pPr algn="ctr"/>
            <a:r>
              <a:rPr lang="en-GB" sz="1500" dirty="0">
                <a:solidFill>
                  <a:schemeClr val="tx1"/>
                </a:solidFill>
              </a:rPr>
              <a:t>span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1B899498-33FB-F47D-C4E5-4CFE488F6516}"/>
              </a:ext>
            </a:extLst>
          </p:cNvPr>
          <p:cNvSpPr/>
          <p:nvPr/>
        </p:nvSpPr>
        <p:spPr>
          <a:xfrm>
            <a:off x="7091088" y="9485741"/>
            <a:ext cx="1147483" cy="5916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dirty="0">
                <a:solidFill>
                  <a:schemeClr val="tx1"/>
                </a:solidFill>
              </a:rPr>
              <a:t>Spatial span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012E2AB-A602-90B7-A948-87D6295A92AA}"/>
              </a:ext>
            </a:extLst>
          </p:cNvPr>
          <p:cNvSpPr/>
          <p:nvPr/>
        </p:nvSpPr>
        <p:spPr>
          <a:xfrm>
            <a:off x="10049439" y="9485741"/>
            <a:ext cx="1147483" cy="5916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dirty="0">
                <a:solidFill>
                  <a:schemeClr val="tx1"/>
                </a:solidFill>
              </a:rPr>
              <a:t>Melody span</a:t>
            </a: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35258CF5-5D39-5155-7E6C-09E5A2506AF0}"/>
              </a:ext>
            </a:extLst>
          </p:cNvPr>
          <p:cNvSpPr/>
          <p:nvPr/>
        </p:nvSpPr>
        <p:spPr>
          <a:xfrm>
            <a:off x="6380633" y="6984030"/>
            <a:ext cx="1434353" cy="114748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6606400E-C04B-F39E-B26B-EBE9472FD039}"/>
              </a:ext>
            </a:extLst>
          </p:cNvPr>
          <p:cNvCxnSpPr>
            <a:stCxn id="126" idx="4"/>
            <a:endCxn id="115" idx="0"/>
          </p:cNvCxnSpPr>
          <p:nvPr/>
        </p:nvCxnSpPr>
        <p:spPr>
          <a:xfrm flipH="1">
            <a:off x="3227301" y="8131513"/>
            <a:ext cx="3870509" cy="135422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F4AC04D3-FC1D-C978-5883-DFAEA0DE9698}"/>
              </a:ext>
            </a:extLst>
          </p:cNvPr>
          <p:cNvCxnSpPr>
            <a:cxnSpLocks/>
            <a:stCxn id="126" idx="4"/>
            <a:endCxn id="116" idx="0"/>
          </p:cNvCxnSpPr>
          <p:nvPr/>
        </p:nvCxnSpPr>
        <p:spPr>
          <a:xfrm flipH="1">
            <a:off x="4706478" y="8131513"/>
            <a:ext cx="2391332" cy="135422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57776C8E-AFB3-23C8-41C6-AA3F35F8CDFB}"/>
              </a:ext>
            </a:extLst>
          </p:cNvPr>
          <p:cNvCxnSpPr>
            <a:cxnSpLocks/>
            <a:stCxn id="126" idx="4"/>
            <a:endCxn id="119" idx="0"/>
          </p:cNvCxnSpPr>
          <p:nvPr/>
        </p:nvCxnSpPr>
        <p:spPr>
          <a:xfrm flipH="1">
            <a:off x="6185654" y="8131513"/>
            <a:ext cx="912156" cy="135422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55A8BFDF-56E2-6377-0B86-E07BFBC66949}"/>
              </a:ext>
            </a:extLst>
          </p:cNvPr>
          <p:cNvCxnSpPr>
            <a:cxnSpLocks/>
            <a:stCxn id="126" idx="4"/>
            <a:endCxn id="121" idx="0"/>
          </p:cNvCxnSpPr>
          <p:nvPr/>
        </p:nvCxnSpPr>
        <p:spPr>
          <a:xfrm>
            <a:off x="7097810" y="8131513"/>
            <a:ext cx="567020" cy="135422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16A7F9A1-D65C-E85E-E28F-A51D9EFFCA34}"/>
              </a:ext>
            </a:extLst>
          </p:cNvPr>
          <p:cNvCxnSpPr>
            <a:cxnSpLocks/>
            <a:stCxn id="126" idx="4"/>
            <a:endCxn id="120" idx="0"/>
          </p:cNvCxnSpPr>
          <p:nvPr/>
        </p:nvCxnSpPr>
        <p:spPr>
          <a:xfrm>
            <a:off x="7097810" y="8131513"/>
            <a:ext cx="2046196" cy="1363192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0E92B7A9-0EE8-DBDE-8C71-4A451BD966E3}"/>
              </a:ext>
            </a:extLst>
          </p:cNvPr>
          <p:cNvCxnSpPr>
            <a:cxnSpLocks/>
            <a:stCxn id="126" idx="4"/>
            <a:endCxn id="123" idx="0"/>
          </p:cNvCxnSpPr>
          <p:nvPr/>
        </p:nvCxnSpPr>
        <p:spPr>
          <a:xfrm>
            <a:off x="7097810" y="8131513"/>
            <a:ext cx="3525371" cy="135422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C3D0F6CD-4D51-D99E-60A5-F4688A3353AF}"/>
              </a:ext>
            </a:extLst>
          </p:cNvPr>
          <p:cNvCxnSpPr>
            <a:cxnSpLocks/>
            <a:endCxn id="115" idx="2"/>
          </p:cNvCxnSpPr>
          <p:nvPr/>
        </p:nvCxnSpPr>
        <p:spPr>
          <a:xfrm flipV="1">
            <a:off x="3227301" y="10077411"/>
            <a:ext cx="0" cy="24583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884E9B23-37CB-87DC-B828-B2050B86D306}"/>
              </a:ext>
            </a:extLst>
          </p:cNvPr>
          <p:cNvCxnSpPr>
            <a:cxnSpLocks/>
          </p:cNvCxnSpPr>
          <p:nvPr/>
        </p:nvCxnSpPr>
        <p:spPr>
          <a:xfrm flipV="1">
            <a:off x="4692799" y="10077411"/>
            <a:ext cx="0" cy="24583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1E58057D-EB39-8E2E-E28C-15A2B21E0C85}"/>
              </a:ext>
            </a:extLst>
          </p:cNvPr>
          <p:cNvCxnSpPr>
            <a:cxnSpLocks/>
          </p:cNvCxnSpPr>
          <p:nvPr/>
        </p:nvCxnSpPr>
        <p:spPr>
          <a:xfrm flipV="1">
            <a:off x="6185654" y="10077411"/>
            <a:ext cx="0" cy="24583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53484A25-98BE-DA25-8E0A-88E604EEE8A0}"/>
              </a:ext>
            </a:extLst>
          </p:cNvPr>
          <p:cNvCxnSpPr>
            <a:cxnSpLocks/>
          </p:cNvCxnSpPr>
          <p:nvPr/>
        </p:nvCxnSpPr>
        <p:spPr>
          <a:xfrm flipV="1">
            <a:off x="7664830" y="10077411"/>
            <a:ext cx="0" cy="24583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C5A8B6D5-5110-680A-DA9D-97EB51179B78}"/>
              </a:ext>
            </a:extLst>
          </p:cNvPr>
          <p:cNvCxnSpPr>
            <a:cxnSpLocks/>
          </p:cNvCxnSpPr>
          <p:nvPr/>
        </p:nvCxnSpPr>
        <p:spPr>
          <a:xfrm flipV="1">
            <a:off x="9144006" y="10086375"/>
            <a:ext cx="0" cy="24583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7F6D4776-CB31-28FA-FD5C-CA512515D22E}"/>
              </a:ext>
            </a:extLst>
          </p:cNvPr>
          <p:cNvCxnSpPr>
            <a:cxnSpLocks/>
          </p:cNvCxnSpPr>
          <p:nvPr/>
        </p:nvCxnSpPr>
        <p:spPr>
          <a:xfrm flipV="1">
            <a:off x="10623181" y="10077411"/>
            <a:ext cx="0" cy="24583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Oval 150">
            <a:extLst>
              <a:ext uri="{FF2B5EF4-FFF2-40B4-BE49-F238E27FC236}">
                <a16:creationId xmlns:a16="http://schemas.microsoft.com/office/drawing/2014/main" id="{FECF9F79-87CE-5230-11D5-19BB0D7E928B}"/>
              </a:ext>
            </a:extLst>
          </p:cNvPr>
          <p:cNvSpPr/>
          <p:nvPr/>
        </p:nvSpPr>
        <p:spPr>
          <a:xfrm>
            <a:off x="3077144" y="10332212"/>
            <a:ext cx="300314" cy="30101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6FAFE95A-A519-7DB3-3837-24967713DAD9}"/>
              </a:ext>
            </a:extLst>
          </p:cNvPr>
          <p:cNvSpPr/>
          <p:nvPr/>
        </p:nvSpPr>
        <p:spPr>
          <a:xfrm>
            <a:off x="4542642" y="10332212"/>
            <a:ext cx="300314" cy="30101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53600D17-91D1-FD8B-70A0-BF1A06625C21}"/>
              </a:ext>
            </a:extLst>
          </p:cNvPr>
          <p:cNvSpPr/>
          <p:nvPr/>
        </p:nvSpPr>
        <p:spPr>
          <a:xfrm>
            <a:off x="6035495" y="10332212"/>
            <a:ext cx="300314" cy="30101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F25EF8F1-1FB0-DC50-67F6-610FCF8F8769}"/>
              </a:ext>
            </a:extLst>
          </p:cNvPr>
          <p:cNvSpPr/>
          <p:nvPr/>
        </p:nvSpPr>
        <p:spPr>
          <a:xfrm>
            <a:off x="7514672" y="10323248"/>
            <a:ext cx="300314" cy="30101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D5272FEA-5736-DCE1-30BA-12E7E9E35BD5}"/>
              </a:ext>
            </a:extLst>
          </p:cNvPr>
          <p:cNvSpPr/>
          <p:nvPr/>
        </p:nvSpPr>
        <p:spPr>
          <a:xfrm>
            <a:off x="8993849" y="10323248"/>
            <a:ext cx="300314" cy="30101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12E6A938-96A4-4C06-7F3E-340152FD3B93}"/>
              </a:ext>
            </a:extLst>
          </p:cNvPr>
          <p:cNvSpPr/>
          <p:nvPr/>
        </p:nvSpPr>
        <p:spPr>
          <a:xfrm>
            <a:off x="10473022" y="10323248"/>
            <a:ext cx="300314" cy="30101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57" name="Right Bracket 156">
            <a:extLst>
              <a:ext uri="{FF2B5EF4-FFF2-40B4-BE49-F238E27FC236}">
                <a16:creationId xmlns:a16="http://schemas.microsoft.com/office/drawing/2014/main" id="{8B6D19E6-876E-8843-680F-B8317689170A}"/>
              </a:ext>
            </a:extLst>
          </p:cNvPr>
          <p:cNvSpPr/>
          <p:nvPr/>
        </p:nvSpPr>
        <p:spPr>
          <a:xfrm rot="5400000">
            <a:off x="5991204" y="9388146"/>
            <a:ext cx="376518" cy="2884602"/>
          </a:xfrm>
          <a:prstGeom prst="rightBracket">
            <a:avLst>
              <a:gd name="adj" fmla="val 395237"/>
            </a:avLst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8" name="Right Bracket 157">
            <a:extLst>
              <a:ext uri="{FF2B5EF4-FFF2-40B4-BE49-F238E27FC236}">
                <a16:creationId xmlns:a16="http://schemas.microsoft.com/office/drawing/2014/main" id="{792AD277-DB38-ED5C-91B9-DC7082EBF1E5}"/>
              </a:ext>
            </a:extLst>
          </p:cNvPr>
          <p:cNvSpPr/>
          <p:nvPr/>
        </p:nvSpPr>
        <p:spPr>
          <a:xfrm rot="5400000">
            <a:off x="8206502" y="10123899"/>
            <a:ext cx="376518" cy="1395168"/>
          </a:xfrm>
          <a:prstGeom prst="rightBracket">
            <a:avLst>
              <a:gd name="adj" fmla="val 395237"/>
            </a:avLst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9" name="Right Bracket 158">
            <a:extLst>
              <a:ext uri="{FF2B5EF4-FFF2-40B4-BE49-F238E27FC236}">
                <a16:creationId xmlns:a16="http://schemas.microsoft.com/office/drawing/2014/main" id="{334696E0-60DA-59E7-18AD-36C6732080F9}"/>
              </a:ext>
            </a:extLst>
          </p:cNvPr>
          <p:cNvSpPr/>
          <p:nvPr/>
        </p:nvSpPr>
        <p:spPr>
          <a:xfrm rot="5400000">
            <a:off x="9691224" y="10128615"/>
            <a:ext cx="376518" cy="1385740"/>
          </a:xfrm>
          <a:prstGeom prst="rightBracket">
            <a:avLst>
              <a:gd name="adj" fmla="val 395237"/>
            </a:avLst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0" name="Arc 159">
            <a:extLst>
              <a:ext uri="{FF2B5EF4-FFF2-40B4-BE49-F238E27FC236}">
                <a16:creationId xmlns:a16="http://schemas.microsoft.com/office/drawing/2014/main" id="{8F49BC36-D443-B17C-DA3E-D33C1C90435A}"/>
              </a:ext>
            </a:extLst>
          </p:cNvPr>
          <p:cNvSpPr/>
          <p:nvPr/>
        </p:nvSpPr>
        <p:spPr>
          <a:xfrm rot="9393425">
            <a:off x="2904790" y="10461518"/>
            <a:ext cx="191174" cy="202634"/>
          </a:xfrm>
          <a:prstGeom prst="arc">
            <a:avLst>
              <a:gd name="adj1" fmla="val 12922033"/>
              <a:gd name="adj2" fmla="val 8957233"/>
            </a:avLst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1" name="Arc 160">
            <a:extLst>
              <a:ext uri="{FF2B5EF4-FFF2-40B4-BE49-F238E27FC236}">
                <a16:creationId xmlns:a16="http://schemas.microsoft.com/office/drawing/2014/main" id="{DB6E598A-FE70-3492-30C8-3078AF79654A}"/>
              </a:ext>
            </a:extLst>
          </p:cNvPr>
          <p:cNvSpPr/>
          <p:nvPr/>
        </p:nvSpPr>
        <p:spPr>
          <a:xfrm rot="9393425">
            <a:off x="4361815" y="10461519"/>
            <a:ext cx="191174" cy="202634"/>
          </a:xfrm>
          <a:prstGeom prst="arc">
            <a:avLst>
              <a:gd name="adj1" fmla="val 12922033"/>
              <a:gd name="adj2" fmla="val 8957233"/>
            </a:avLst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2" name="Arc 161">
            <a:extLst>
              <a:ext uri="{FF2B5EF4-FFF2-40B4-BE49-F238E27FC236}">
                <a16:creationId xmlns:a16="http://schemas.microsoft.com/office/drawing/2014/main" id="{E5B1B7E8-B155-9152-E79D-D26DBA977064}"/>
              </a:ext>
            </a:extLst>
          </p:cNvPr>
          <p:cNvSpPr/>
          <p:nvPr/>
        </p:nvSpPr>
        <p:spPr>
          <a:xfrm rot="9393425">
            <a:off x="5863200" y="10512383"/>
            <a:ext cx="191174" cy="202634"/>
          </a:xfrm>
          <a:prstGeom prst="arc">
            <a:avLst>
              <a:gd name="adj1" fmla="val 12922033"/>
              <a:gd name="adj2" fmla="val 8957233"/>
            </a:avLst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3" name="Arc 162">
            <a:extLst>
              <a:ext uri="{FF2B5EF4-FFF2-40B4-BE49-F238E27FC236}">
                <a16:creationId xmlns:a16="http://schemas.microsoft.com/office/drawing/2014/main" id="{2386840D-4FC0-B099-7C4A-74AC05ABFF6A}"/>
              </a:ext>
            </a:extLst>
          </p:cNvPr>
          <p:cNvSpPr/>
          <p:nvPr/>
        </p:nvSpPr>
        <p:spPr>
          <a:xfrm rot="9393425">
            <a:off x="7355779" y="10457254"/>
            <a:ext cx="191174" cy="202634"/>
          </a:xfrm>
          <a:prstGeom prst="arc">
            <a:avLst>
              <a:gd name="adj1" fmla="val 12922033"/>
              <a:gd name="adj2" fmla="val 8957233"/>
            </a:avLst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4" name="Arc 163">
            <a:extLst>
              <a:ext uri="{FF2B5EF4-FFF2-40B4-BE49-F238E27FC236}">
                <a16:creationId xmlns:a16="http://schemas.microsoft.com/office/drawing/2014/main" id="{E2DC90EE-ABC5-BFC9-256B-1E863129AAF5}"/>
              </a:ext>
            </a:extLst>
          </p:cNvPr>
          <p:cNvSpPr/>
          <p:nvPr/>
        </p:nvSpPr>
        <p:spPr>
          <a:xfrm rot="9393425">
            <a:off x="8832089" y="10435631"/>
            <a:ext cx="191174" cy="202634"/>
          </a:xfrm>
          <a:prstGeom prst="arc">
            <a:avLst>
              <a:gd name="adj1" fmla="val 12922033"/>
              <a:gd name="adj2" fmla="val 8957233"/>
            </a:avLst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5" name="Arc 164">
            <a:extLst>
              <a:ext uri="{FF2B5EF4-FFF2-40B4-BE49-F238E27FC236}">
                <a16:creationId xmlns:a16="http://schemas.microsoft.com/office/drawing/2014/main" id="{760E9A41-319D-4765-285B-9146235BB8F7}"/>
              </a:ext>
            </a:extLst>
          </p:cNvPr>
          <p:cNvSpPr/>
          <p:nvPr/>
        </p:nvSpPr>
        <p:spPr>
          <a:xfrm rot="9393425">
            <a:off x="10303896" y="10445104"/>
            <a:ext cx="191174" cy="202634"/>
          </a:xfrm>
          <a:prstGeom prst="arc">
            <a:avLst>
              <a:gd name="adj1" fmla="val 12922033"/>
              <a:gd name="adj2" fmla="val 8957233"/>
            </a:avLst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3494E82-BC2F-33CC-C2B2-DA23EB0CA241}"/>
              </a:ext>
            </a:extLst>
          </p:cNvPr>
          <p:cNvSpPr txBox="1"/>
          <p:nvPr/>
        </p:nvSpPr>
        <p:spPr>
          <a:xfrm>
            <a:off x="4606799" y="8752845"/>
            <a:ext cx="636278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0.59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1E5950A7-1553-AEDC-A14C-12CA983EF121}"/>
              </a:ext>
            </a:extLst>
          </p:cNvPr>
          <p:cNvSpPr txBox="1"/>
          <p:nvPr/>
        </p:nvSpPr>
        <p:spPr>
          <a:xfrm>
            <a:off x="5227876" y="8846873"/>
            <a:ext cx="636278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0.37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E4D5B179-5E99-A5F6-3A15-5F73E047A868}"/>
              </a:ext>
            </a:extLst>
          </p:cNvPr>
          <p:cNvSpPr txBox="1"/>
          <p:nvPr/>
        </p:nvSpPr>
        <p:spPr>
          <a:xfrm>
            <a:off x="6179463" y="8869237"/>
            <a:ext cx="636278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0.47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4D36F5B-7843-CBF1-35DA-3DE7724ABEB0}"/>
              </a:ext>
            </a:extLst>
          </p:cNvPr>
          <p:cNvSpPr txBox="1"/>
          <p:nvPr/>
        </p:nvSpPr>
        <p:spPr>
          <a:xfrm>
            <a:off x="7101786" y="8864200"/>
            <a:ext cx="636278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0.43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332B2E63-A4B4-F5AB-9359-1C57C4C4222E}"/>
              </a:ext>
            </a:extLst>
          </p:cNvPr>
          <p:cNvSpPr txBox="1"/>
          <p:nvPr/>
        </p:nvSpPr>
        <p:spPr>
          <a:xfrm>
            <a:off x="8073771" y="8843175"/>
            <a:ext cx="636278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0.37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F2AD143-281D-D23B-23CF-933AE4BD92C0}"/>
              </a:ext>
            </a:extLst>
          </p:cNvPr>
          <p:cNvSpPr txBox="1"/>
          <p:nvPr/>
        </p:nvSpPr>
        <p:spPr>
          <a:xfrm>
            <a:off x="8929176" y="8808627"/>
            <a:ext cx="636278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0.23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BD541009-BC94-4530-A9D0-114750D261E7}"/>
              </a:ext>
            </a:extLst>
          </p:cNvPr>
          <p:cNvSpPr txBox="1"/>
          <p:nvPr/>
        </p:nvSpPr>
        <p:spPr>
          <a:xfrm>
            <a:off x="5430044" y="7056903"/>
            <a:ext cx="636278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0.24</a:t>
            </a: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AD991B87-210E-6392-804A-1BDA05191219}"/>
              </a:ext>
            </a:extLst>
          </p:cNvPr>
          <p:cNvSpPr/>
          <p:nvPr/>
        </p:nvSpPr>
        <p:spPr>
          <a:xfrm>
            <a:off x="7928466" y="6640863"/>
            <a:ext cx="300314" cy="30101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BAA07932-35BA-D8B8-76F9-4C191E01F87B}"/>
              </a:ext>
            </a:extLst>
          </p:cNvPr>
          <p:cNvCxnSpPr>
            <a:cxnSpLocks/>
            <a:stCxn id="173" idx="3"/>
            <a:endCxn id="126" idx="7"/>
          </p:cNvCxnSpPr>
          <p:nvPr/>
        </p:nvCxnSpPr>
        <p:spPr>
          <a:xfrm flipH="1">
            <a:off x="7604930" y="6897793"/>
            <a:ext cx="367516" cy="25428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Arc 174">
            <a:extLst>
              <a:ext uri="{FF2B5EF4-FFF2-40B4-BE49-F238E27FC236}">
                <a16:creationId xmlns:a16="http://schemas.microsoft.com/office/drawing/2014/main" id="{684F9759-1EAE-D832-EBF8-93B5B4B026AC}"/>
              </a:ext>
            </a:extLst>
          </p:cNvPr>
          <p:cNvSpPr/>
          <p:nvPr/>
        </p:nvSpPr>
        <p:spPr>
          <a:xfrm rot="947224">
            <a:off x="8202811" y="6780247"/>
            <a:ext cx="191174" cy="202634"/>
          </a:xfrm>
          <a:prstGeom prst="arc">
            <a:avLst>
              <a:gd name="adj1" fmla="val 12922033"/>
              <a:gd name="adj2" fmla="val 8957233"/>
            </a:avLst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42865796-592B-26D1-2449-CD5805F008F4}"/>
              </a:ext>
            </a:extLst>
          </p:cNvPr>
          <p:cNvSpPr txBox="1"/>
          <p:nvPr/>
        </p:nvSpPr>
        <p:spPr>
          <a:xfrm>
            <a:off x="8260226" y="6760604"/>
            <a:ext cx="1228587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en-GB" sz="1300" dirty="0"/>
              <a:t>1.00 / 1.00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C37FFEBF-0A9D-1597-711C-5795FADA0E0D}"/>
              </a:ext>
            </a:extLst>
          </p:cNvPr>
          <p:cNvSpPr txBox="1"/>
          <p:nvPr/>
        </p:nvSpPr>
        <p:spPr>
          <a:xfrm>
            <a:off x="9441188" y="10428363"/>
            <a:ext cx="991506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r"/>
            <a:r>
              <a:rPr lang="en-GB" sz="1300" dirty="0"/>
              <a:t>0.70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7987468-BCE0-53F4-DCF9-DB782EF959DB}"/>
              </a:ext>
            </a:extLst>
          </p:cNvPr>
          <p:cNvSpPr txBox="1"/>
          <p:nvPr/>
        </p:nvSpPr>
        <p:spPr>
          <a:xfrm>
            <a:off x="7988314" y="10415621"/>
            <a:ext cx="991506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r"/>
            <a:r>
              <a:rPr lang="en-GB" sz="1300" dirty="0"/>
              <a:t>0.81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5237D54F-456D-16F3-1870-686B8F30B81D}"/>
              </a:ext>
            </a:extLst>
          </p:cNvPr>
          <p:cNvSpPr txBox="1"/>
          <p:nvPr/>
        </p:nvSpPr>
        <p:spPr>
          <a:xfrm>
            <a:off x="6483372" y="10432185"/>
            <a:ext cx="991506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r"/>
            <a:r>
              <a:rPr lang="en-GB" sz="1300" dirty="0"/>
              <a:t>0.78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6B2B730A-F347-A9D3-A828-59E53816F25A}"/>
              </a:ext>
            </a:extLst>
          </p:cNvPr>
          <p:cNvSpPr txBox="1"/>
          <p:nvPr/>
        </p:nvSpPr>
        <p:spPr>
          <a:xfrm>
            <a:off x="5274487" y="10459147"/>
            <a:ext cx="723417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r"/>
            <a:r>
              <a:rPr lang="en-GB" sz="1300" dirty="0"/>
              <a:t>0.73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B6E502C9-4288-B88C-3DEC-598EDEABBC08}"/>
              </a:ext>
            </a:extLst>
          </p:cNvPr>
          <p:cNvSpPr txBox="1"/>
          <p:nvPr/>
        </p:nvSpPr>
        <p:spPr>
          <a:xfrm>
            <a:off x="3518847" y="10453721"/>
            <a:ext cx="991506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r"/>
            <a:r>
              <a:rPr lang="en-GB" sz="1300" dirty="0"/>
              <a:t>0.57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9A3F938C-F816-45E1-26CA-58E256B96921}"/>
              </a:ext>
            </a:extLst>
          </p:cNvPr>
          <p:cNvSpPr txBox="1"/>
          <p:nvPr/>
        </p:nvSpPr>
        <p:spPr>
          <a:xfrm>
            <a:off x="2051791" y="10431853"/>
            <a:ext cx="991506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r"/>
            <a:r>
              <a:rPr lang="en-GB" sz="1300" dirty="0"/>
              <a:t>0.60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53E7651-6C51-9F7A-6510-F0C521209D96}"/>
              </a:ext>
            </a:extLst>
          </p:cNvPr>
          <p:cNvSpPr txBox="1"/>
          <p:nvPr/>
        </p:nvSpPr>
        <p:spPr>
          <a:xfrm>
            <a:off x="8120908" y="10861658"/>
            <a:ext cx="529237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0.12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72C1D43B-A211-F75E-2F06-D81E7BC1F603}"/>
              </a:ext>
            </a:extLst>
          </p:cNvPr>
          <p:cNvSpPr txBox="1"/>
          <p:nvPr/>
        </p:nvSpPr>
        <p:spPr>
          <a:xfrm>
            <a:off x="9614864" y="10861658"/>
            <a:ext cx="529237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0.20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1E186C1F-BF43-F25C-D943-321A067A39A4}"/>
              </a:ext>
            </a:extLst>
          </p:cNvPr>
          <p:cNvSpPr txBox="1"/>
          <p:nvPr/>
        </p:nvSpPr>
        <p:spPr>
          <a:xfrm>
            <a:off x="5815542" y="10864491"/>
            <a:ext cx="652679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r"/>
            <a:r>
              <a:rPr lang="en-GB" sz="1300" dirty="0"/>
              <a:t>−0.10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075AF44E-5113-CC28-68C5-5EE9D68A4529}"/>
              </a:ext>
            </a:extLst>
          </p:cNvPr>
          <p:cNvSpPr/>
          <p:nvPr/>
        </p:nvSpPr>
        <p:spPr>
          <a:xfrm>
            <a:off x="3849552" y="7441343"/>
            <a:ext cx="1200303" cy="721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GB" sz="1400" dirty="0">
                <a:solidFill>
                  <a:schemeClr val="tx1"/>
                </a:solidFill>
              </a:rPr>
              <a:t>(0/1)</a:t>
            </a:r>
          </a:p>
        </p:txBody>
      </p: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1EDD779A-F8DB-B72D-8CF1-65CD65ADF4F9}"/>
              </a:ext>
            </a:extLst>
          </p:cNvPr>
          <p:cNvCxnSpPr>
            <a:cxnSpLocks/>
            <a:stCxn id="186" idx="3"/>
          </p:cNvCxnSpPr>
          <p:nvPr/>
        </p:nvCxnSpPr>
        <p:spPr>
          <a:xfrm flipV="1">
            <a:off x="5049855" y="7723483"/>
            <a:ext cx="1353985" cy="78521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7098024E-EA7D-4641-108C-7A842818FA3A}"/>
              </a:ext>
            </a:extLst>
          </p:cNvPr>
          <p:cNvSpPr txBox="1"/>
          <p:nvPr/>
        </p:nvSpPr>
        <p:spPr>
          <a:xfrm>
            <a:off x="5408708" y="7610936"/>
            <a:ext cx="636278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0.44</a:t>
            </a:r>
          </a:p>
        </p:txBody>
      </p:sp>
      <p:sp>
        <p:nvSpPr>
          <p:cNvPr id="189" name="Free-form: Shape 188">
            <a:extLst>
              <a:ext uri="{FF2B5EF4-FFF2-40B4-BE49-F238E27FC236}">
                <a16:creationId xmlns:a16="http://schemas.microsoft.com/office/drawing/2014/main" id="{1943DF65-B7E9-A638-BCDE-46E048340277}"/>
              </a:ext>
            </a:extLst>
          </p:cNvPr>
          <p:cNvSpPr/>
          <p:nvPr/>
        </p:nvSpPr>
        <p:spPr>
          <a:xfrm>
            <a:off x="4231710" y="8171158"/>
            <a:ext cx="209979" cy="1314450"/>
          </a:xfrm>
          <a:custGeom>
            <a:avLst/>
            <a:gdLst>
              <a:gd name="connsiteX0" fmla="*/ 124254 w 162354"/>
              <a:gd name="connsiteY0" fmla="*/ 0 h 1285875"/>
              <a:gd name="connsiteX1" fmla="*/ 429 w 162354"/>
              <a:gd name="connsiteY1" fmla="*/ 552450 h 1285875"/>
              <a:gd name="connsiteX2" fmla="*/ 162354 w 162354"/>
              <a:gd name="connsiteY2" fmla="*/ 1285875 h 1285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354" h="1285875">
                <a:moveTo>
                  <a:pt x="124254" y="0"/>
                </a:moveTo>
                <a:cubicBezTo>
                  <a:pt x="59166" y="169069"/>
                  <a:pt x="-5921" y="338138"/>
                  <a:pt x="429" y="552450"/>
                </a:cubicBezTo>
                <a:cubicBezTo>
                  <a:pt x="6779" y="766762"/>
                  <a:pt x="84566" y="1026318"/>
                  <a:pt x="162354" y="128587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0" name="Free-form: Shape 189">
            <a:extLst>
              <a:ext uri="{FF2B5EF4-FFF2-40B4-BE49-F238E27FC236}">
                <a16:creationId xmlns:a16="http://schemas.microsoft.com/office/drawing/2014/main" id="{3B133344-D3E6-F3F4-DDFA-DC3F8D12D33E}"/>
              </a:ext>
            </a:extLst>
          </p:cNvPr>
          <p:cNvSpPr/>
          <p:nvPr/>
        </p:nvSpPr>
        <p:spPr>
          <a:xfrm>
            <a:off x="4697113" y="8161633"/>
            <a:ext cx="6259677" cy="1314450"/>
          </a:xfrm>
          <a:custGeom>
            <a:avLst/>
            <a:gdLst>
              <a:gd name="connsiteX0" fmla="*/ 1751 w 6250151"/>
              <a:gd name="connsiteY0" fmla="*/ 0 h 1285875"/>
              <a:gd name="connsiteX1" fmla="*/ 630401 w 6250151"/>
              <a:gd name="connsiteY1" fmla="*/ 257175 h 1285875"/>
              <a:gd name="connsiteX2" fmla="*/ 3868901 w 6250151"/>
              <a:gd name="connsiteY2" fmla="*/ 285750 h 1285875"/>
              <a:gd name="connsiteX3" fmla="*/ 6250151 w 6250151"/>
              <a:gd name="connsiteY3" fmla="*/ 1285875 h 1285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50151" h="1285875">
                <a:moveTo>
                  <a:pt x="1751" y="0"/>
                </a:moveTo>
                <a:cubicBezTo>
                  <a:pt x="-6187" y="104775"/>
                  <a:pt x="-14124" y="209550"/>
                  <a:pt x="630401" y="257175"/>
                </a:cubicBezTo>
                <a:cubicBezTo>
                  <a:pt x="1274926" y="304800"/>
                  <a:pt x="2932276" y="114300"/>
                  <a:pt x="3868901" y="285750"/>
                </a:cubicBezTo>
                <a:cubicBezTo>
                  <a:pt x="4805526" y="457200"/>
                  <a:pt x="5527838" y="871537"/>
                  <a:pt x="6250151" y="128587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707CF5C4-FF98-1D2F-0C4D-D98BB0CD5529}"/>
              </a:ext>
            </a:extLst>
          </p:cNvPr>
          <p:cNvSpPr txBox="1"/>
          <p:nvPr/>
        </p:nvSpPr>
        <p:spPr>
          <a:xfrm>
            <a:off x="3936397" y="8523567"/>
            <a:ext cx="636278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0.14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81EFD794-43CE-1665-EACB-D8AE98F9227C}"/>
              </a:ext>
            </a:extLst>
          </p:cNvPr>
          <p:cNvSpPr txBox="1"/>
          <p:nvPr/>
        </p:nvSpPr>
        <p:spPr>
          <a:xfrm>
            <a:off x="5063007" y="8257840"/>
            <a:ext cx="562057" cy="29238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0.86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656B5C67-9091-1AC2-8AAC-EDFDAB061DF3}"/>
              </a:ext>
            </a:extLst>
          </p:cNvPr>
          <p:cNvSpPr/>
          <p:nvPr/>
        </p:nvSpPr>
        <p:spPr>
          <a:xfrm>
            <a:off x="1406164" y="534373"/>
            <a:ext cx="5120770" cy="7213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tx1"/>
                </a:solidFill>
              </a:rPr>
              <a:t>A) MULTIGROUP INVARIANCE APPROACH 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9D9AF14E-B7B9-0AB1-32B3-F002E5386317}"/>
              </a:ext>
            </a:extLst>
          </p:cNvPr>
          <p:cNvSpPr/>
          <p:nvPr/>
        </p:nvSpPr>
        <p:spPr>
          <a:xfrm>
            <a:off x="1393269" y="5695696"/>
            <a:ext cx="5120770" cy="7213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tx1"/>
                </a:solidFill>
              </a:rPr>
              <a:t>B) MULTILEVEL SEM APPROACH</a:t>
            </a:r>
          </a:p>
        </p:txBody>
      </p:sp>
    </p:spTree>
    <p:extLst>
      <p:ext uri="{BB962C8B-B14F-4D97-AF65-F5344CB8AC3E}">
        <p14:creationId xmlns:p14="http://schemas.microsoft.com/office/powerpoint/2010/main" val="2466163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</TotalTime>
  <Words>109</Words>
  <Application>Microsoft Office PowerPoint</Application>
  <PresentationFormat>Custom</PresentationFormat>
  <Paragraphs>64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Enrico Toffalini</dc:creator>
  <cp:lastModifiedBy>Enrico Toffalini</cp:lastModifiedBy>
  <cp:revision>27</cp:revision>
  <dcterms:created xsi:type="dcterms:W3CDTF">2026-04-11T08:35:12Z</dcterms:created>
  <dcterms:modified xsi:type="dcterms:W3CDTF">2026-04-17T08:48:30Z</dcterms:modified>
</cp:coreProperties>
</file>